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19C1-D869-69C1-1E68-276E77B08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7294A-A58A-B939-DF84-6408B4CD4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F6475-558B-E66F-027E-4864A313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C6240-3A5A-B8DF-7CD9-2A1E3D91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4320C-9148-EE77-E223-FCF0F353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07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7F24-8339-DCCC-1E27-7CE56AE7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CB6F-FB35-0E2D-1D97-5949B171F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AF7EE-A654-509B-0120-B6650574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47CF9-F2FD-A01B-0848-08EF936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DABF6-3ED7-4B83-B896-9CFC17E8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2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4117-AD07-3EF1-2BE8-DC1C9EF6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2ADE7-B7BA-C6EE-F76F-614CF730B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6A2A2-E119-7E30-1DE4-2C8DF998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024F1-6809-43A3-6077-67770393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F9D94-C580-2651-44B8-6136BDCB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1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CE7C-2189-1EDA-F295-53013CBA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F611-3266-7AE3-DF5E-652CA71B7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D6B86-3AC8-3A6A-64F5-B8DF21AF6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BCB9E-FD3B-8C76-42BF-A1742605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7E29E-DEBB-8736-061D-60E762B4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798F6-05A0-60C2-6947-DFF6BBE1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61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AE3E-7D3F-724B-5277-540293BE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70525-BCEB-7808-D0F4-7243241A8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BF092-0E6E-A071-0101-57AEFEE84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A52CB-BA1C-E611-26E0-83D43BD4C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E82642-8C77-93D2-7295-166BABFB3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84937-2961-B233-8194-18BF6222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DE2AF5-F785-9AC5-F605-6FD34944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CBA26-FD6F-5885-37D1-F75942DD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8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5CC7-D8E3-534A-5A57-0C0E6C8E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ABCFE-E4A1-D998-0B0C-4BCC4145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9543B-6EE6-F704-E70C-1EFB7BBD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DF239-73B0-C58F-019F-00980191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180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8DE67-6117-083D-8777-C7ECB0B9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536A4-A9BC-3BC9-5F1B-B7EC64FE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B1F75-87F6-C46E-FD42-A7682171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2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6D4E-F526-6F4C-09E5-3BFCD5E0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5147-2354-DE10-F035-D9C8FCED7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9E226-E929-6B23-98D8-D2321601B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31911-5726-D0E0-DF2C-FEB073F8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F73F6-0C2C-B135-9CC9-9564D6EB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9C8EB-A733-5DF6-EFF2-337F5B1B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7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204F-E882-1222-529D-6B4C7E9D2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42E37-9F8F-C8CD-6F7C-834DB72D72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2485B-064F-D629-E45E-6BC7BD797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C35FB-8B90-1D8D-7361-AAC2DAB9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A649C-6510-5AEE-5115-9424A3D3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FE2B4-DAF1-8033-765B-B24ABE7F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57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557E-12CC-461A-CEDE-74F6BE95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543B4-E2F4-2C93-50C9-386206992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992A-BC9B-088A-9E91-A1FD51F5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85CF2-02F1-0205-0487-275B30CA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93FE-5EAE-B834-438C-3ECBB71D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2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23934-4809-B8BE-011D-148201678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E9793-D0F2-3425-ADFF-77A5F6E61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726B7-D7B6-3F5C-F8DB-0E69DFA8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5237F-F15A-05AE-E31A-0A3FACD2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37F43-8C35-EE76-7756-B8B980F7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3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A7551-378C-83CC-DFC7-0FB6E597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81451-8811-A107-85EC-E5168CD1F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6D6A-A56C-03A9-B33E-BA6DB8231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F38CD-F427-474A-8FB5-BEACF128FCA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C0605-0913-F7C0-2246-A7937AD50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67372-3416-10C4-593A-E92D24775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F0D72-23B3-410C-B5C7-EA1D54058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7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BD461B-07B7-DE02-594C-4F0AFEC34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33" y="0"/>
            <a:ext cx="12199934" cy="69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7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5C0AFC-D45B-6C29-3C59-C25A8010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745" y="-157316"/>
            <a:ext cx="12382745" cy="701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8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791A1B-D73F-9D32-5104-17222329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59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71E209-E118-A5E4-0FEB-B11814C88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56"/>
            <a:ext cx="12191999" cy="686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0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56C3E-55F1-259F-5078-0BE0D8675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185" y="0"/>
            <a:ext cx="125047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2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6F074-D8C4-916F-D0C8-028575787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14" y="1"/>
            <a:ext cx="12289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3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7B9B02-83CE-9CC8-EA27-B25AAFD0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96" y="0"/>
            <a:ext cx="12197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33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C656C-C1E2-DB99-F983-6BD706BC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23" y="0"/>
            <a:ext cx="1227832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3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7D406-6161-D30C-CC1A-4BD68C80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7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7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19DD9-1292-F6F2-32BA-A28343C98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80" y="0"/>
            <a:ext cx="12221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7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Kinjal Sarkar</dc:creator>
  <cp:lastModifiedBy>Kinjal Sarkar</cp:lastModifiedBy>
  <cp:revision>1</cp:revision>
  <dcterms:created xsi:type="dcterms:W3CDTF">2026-10-08T01:48:03Z</dcterms:created>
  <dcterms:modified xsi:type="dcterms:W3CDTF">2026-10-08T01:56:42Z</dcterms:modified>
</cp:coreProperties>
</file>